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4F17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ar-SY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عنوان المشروع</a:t>
            </a:r>
            <a:endParaRPr b="1" dirty="0">
              <a:solidFill>
                <a:schemeClr val="accent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CE3FB-A274-16B6-9FA0-BF9081143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467" y="1417637"/>
            <a:ext cx="8229600" cy="486462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b="1" dirty="0" err="1">
                <a:solidFill>
                  <a:srgbClr val="F4F17D"/>
                </a:solidFill>
              </a:rPr>
              <a:t>فكرة</a:t>
            </a:r>
            <a:r>
              <a:rPr b="1" dirty="0">
                <a:solidFill>
                  <a:srgbClr val="F4F17D"/>
                </a:solidFill>
              </a:rPr>
              <a:t> </a:t>
            </a:r>
            <a:r>
              <a:rPr b="1" dirty="0" err="1">
                <a:solidFill>
                  <a:srgbClr val="F4F17D"/>
                </a:solidFill>
              </a:rPr>
              <a:t>المشروع</a:t>
            </a:r>
            <a:endParaRPr b="1" dirty="0">
              <a:solidFill>
                <a:srgbClr val="F4F17D"/>
              </a:solidFill>
              <a:highlight>
                <a:srgbClr val="FFFF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01F25E-D3E6-BE13-9EF0-850A0825D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295" y="1417638"/>
            <a:ext cx="8201409" cy="509322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ar-SY" b="1" dirty="0">
                <a:solidFill>
                  <a:schemeClr val="accent3">
                    <a:lumMod val="75000"/>
                  </a:schemeClr>
                </a:solidFill>
              </a:rPr>
              <a:t>التقنيات المستخدمة</a:t>
            </a:r>
            <a:endParaRPr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8CCA5-3E31-D862-0EA9-91276A8B0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4788429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ar-SY" b="1" dirty="0">
                <a:solidFill>
                  <a:srgbClr val="0070C0"/>
                </a:solidFill>
              </a:rPr>
              <a:t>مفاهيم </a:t>
            </a:r>
            <a:r>
              <a:rPr lang="en-US" b="1" dirty="0">
                <a:solidFill>
                  <a:srgbClr val="0070C0"/>
                </a:solidFill>
              </a:rPr>
              <a:t> open GL </a:t>
            </a:r>
            <a:r>
              <a:rPr lang="ar-SY" b="1" dirty="0">
                <a:solidFill>
                  <a:srgbClr val="0070C0"/>
                </a:solidFill>
              </a:rPr>
              <a:t>الأساسية المطبقة</a:t>
            </a:r>
            <a:endParaRPr b="1" dirty="0">
              <a:solidFill>
                <a:srgbClr val="0070C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CF8C0D-A2B2-B28E-9AB7-1BB4EA454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9"/>
            <a:ext cx="8229599" cy="528796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ar-SY" b="1" dirty="0">
                <a:solidFill>
                  <a:srgbClr val="FF0066"/>
                </a:solidFill>
              </a:rPr>
              <a:t>كيف يتم التحريك</a:t>
            </a:r>
            <a:endParaRPr b="1" dirty="0">
              <a:solidFill>
                <a:srgbClr val="FF0066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9B8B93-1230-1AF3-4122-6EF87711A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010" y="1417638"/>
            <a:ext cx="8173980" cy="5287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946B8866-542B-3D07-E148-9BA730AA8DF6}"/>
              </a:ext>
            </a:extLst>
          </p:cNvPr>
          <p:cNvSpPr/>
          <p:nvPr/>
        </p:nvSpPr>
        <p:spPr>
          <a:xfrm>
            <a:off x="7457090" y="1663262"/>
            <a:ext cx="1229710" cy="486103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" name="Title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7190"/>
            <a:ext cx="8229600" cy="1143000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ar-SY" b="1" dirty="0">
                <a:solidFill>
                  <a:schemeClr val="accent4">
                    <a:lumMod val="50000"/>
                  </a:schemeClr>
                </a:solidFill>
              </a:rPr>
              <a:t>التحكم و التفاعل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CF83A53-C4B3-A49E-D48D-F0B9C5016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70190"/>
            <a:ext cx="8229600" cy="5387810"/>
          </a:xfrm>
        </p:spPr>
      </p:pic>
    </p:spTree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DC5162-7E65-71EB-057B-5AF580BEB83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ar-SY" b="1" dirty="0">
                <a:solidFill>
                  <a:schemeClr val="accent4">
                    <a:lumMod val="50000"/>
                  </a:schemeClr>
                </a:solidFill>
              </a:rPr>
              <a:t>التحديات و الحلول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5447E-D557-8730-36FD-D181DD786FC8}"/>
              </a:ext>
            </a:extLst>
          </p:cNvPr>
          <p:cNvSpPr/>
          <p:nvPr/>
        </p:nvSpPr>
        <p:spPr>
          <a:xfrm>
            <a:off x="558800" y="1684867"/>
            <a:ext cx="8128000" cy="47074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FDD24F-2AEF-21F0-443D-D789AB8E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35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7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520BA-42F8-2E49-C613-4D7347ACDE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58800" y="274638"/>
            <a:ext cx="8229600" cy="1143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SY" b="1" dirty="0">
                <a:solidFill>
                  <a:schemeClr val="accent4">
                    <a:lumMod val="50000"/>
                  </a:schemeClr>
                </a:solidFill>
              </a:rPr>
              <a:t>الخلاصة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34825B-2425-B322-E8C1-8EAF6327CE41}"/>
              </a:ext>
            </a:extLst>
          </p:cNvPr>
          <p:cNvSpPr/>
          <p:nvPr/>
        </p:nvSpPr>
        <p:spPr>
          <a:xfrm>
            <a:off x="558800" y="1684867"/>
            <a:ext cx="8128000" cy="47074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3157F-C4D8-B050-1116-1D885180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417638"/>
            <a:ext cx="8229600" cy="49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7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عنوان المشروع</vt:lpstr>
      <vt:lpstr>فكرة المشروع</vt:lpstr>
      <vt:lpstr>التقنيات المستخدمة</vt:lpstr>
      <vt:lpstr>مفاهيم  open GL الأساسية المطبقة</vt:lpstr>
      <vt:lpstr>كيف يتم التحريك</vt:lpstr>
      <vt:lpstr>التحكم و التفاعل</vt:lpstr>
      <vt:lpstr>التحديات و الحلول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عنوان المشروع</dc:title>
  <dc:subject/>
  <dc:creator>AMIN .</dc:creator>
  <cp:keywords/>
  <dc:description>generated using python-pptx</dc:description>
  <cp:lastModifiedBy>saleh alshaleh</cp:lastModifiedBy>
  <cp:revision>5</cp:revision>
  <dcterms:created xsi:type="dcterms:W3CDTF">2013-01-27T09:14:16Z</dcterms:created>
  <dcterms:modified xsi:type="dcterms:W3CDTF">2026-02-27T23:04:28Z</dcterms:modified>
  <cp:category/>
</cp:coreProperties>
</file>